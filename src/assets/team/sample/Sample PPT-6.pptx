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officeDocument/2006/relationships/officeDocument" Target="ppt/presentation.xml" /><Relationship Id="rId1" Type="http://schemas.microsoft.com/office/2011/relationships/webextensiontaskpanes" Target="ppt/webextensions/taskpanes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0C7"/>
    <a:srgbClr val="AF979E"/>
    <a:srgbClr val="CECAC0"/>
    <a:srgbClr val="B8B1A2"/>
    <a:srgbClr val="9C917C"/>
    <a:srgbClr val="E2FDBF"/>
    <a:srgbClr val="8EFADE"/>
    <a:srgbClr val="ECE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8" d="100"/>
          <a:sy n="58" d="100"/>
        </p:scale>
        <p:origin x="96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A355FB-FE17-4906-93EE-6BA96C1B2A9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0D9B1-EFF8-498C-850C-E6A7D075B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350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0D9B1-EFF8-498C-850C-E6A7D075B90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96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0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4F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A9A2BE">
              <a:alpha val="3254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4875" y="642366"/>
            <a:ext cx="763206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125" y="1910482"/>
            <a:ext cx="10380345" cy="3856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0902" y="2806700"/>
            <a:ext cx="537019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8000" spc="-1025" dirty="0"/>
              <a:t>A</a:t>
            </a:r>
            <a:r>
              <a:rPr sz="8000" dirty="0"/>
              <a:t>V</a:t>
            </a:r>
            <a:r>
              <a:rPr sz="8000" spc="-5" dirty="0"/>
              <a:t>ISHKA</a:t>
            </a:r>
            <a:r>
              <a:rPr sz="8000" spc="5" dirty="0"/>
              <a:t>R</a:t>
            </a:r>
            <a:endParaRPr sz="8000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5705788"/>
            <a:ext cx="142303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5" algn="just">
              <a:spcBef>
                <a:spcPts val="100"/>
              </a:spcBef>
            </a:pPr>
            <a:r>
              <a:rPr lang="en-IN" sz="2000" spc="-15" dirty="0">
                <a:latin typeface="Times New Roman"/>
                <a:cs typeface="Times New Roman"/>
              </a:rPr>
              <a:t>KRIPA 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2</a:t>
            </a:r>
            <a:r>
              <a:rPr lang="en-IN" sz="2000" spc="-15" dirty="0">
                <a:latin typeface="Times New Roman"/>
                <a:cs typeface="Times New Roman"/>
              </a:rPr>
              <a:t>4P61A67A4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CS</a:t>
            </a:r>
            <a:r>
              <a:rPr lang="en-IN" sz="2000" spc="-20" dirty="0">
                <a:latin typeface="Times New Roman"/>
                <a:cs typeface="Times New Roman"/>
              </a:rPr>
              <a:t>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Times New Roman"/>
                <a:cs typeface="Times New Roman"/>
              </a:rPr>
              <a:t>B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39400" y="5705788"/>
            <a:ext cx="1572201" cy="936347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spcBef>
                <a:spcPts val="35"/>
              </a:spcBef>
            </a:pPr>
            <a:r>
              <a:rPr lang="en-IN" sz="2000" spc="-10" dirty="0">
                <a:latin typeface="Times New Roman"/>
                <a:cs typeface="Times New Roman"/>
              </a:rPr>
              <a:t>M. RUTVIKA</a:t>
            </a:r>
            <a:r>
              <a:rPr sz="2000" spc="-10" dirty="0">
                <a:latin typeface="Times New Roman"/>
                <a:cs typeface="Times New Roman"/>
              </a:rPr>
              <a:t> 2</a:t>
            </a:r>
            <a:r>
              <a:rPr lang="en-IN" sz="2000" spc="-10" dirty="0">
                <a:latin typeface="Times New Roman"/>
                <a:cs typeface="Times New Roman"/>
              </a:rPr>
              <a:t>4P61A67D7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CS</a:t>
            </a:r>
            <a:r>
              <a:rPr lang="en-IN" sz="2000" dirty="0">
                <a:latin typeface="Times New Roman"/>
                <a:cs typeface="Times New Roman"/>
              </a:rPr>
              <a:t>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lang="en-IN" sz="2000" spc="-50" dirty="0">
                <a:latin typeface="Times New Roman"/>
                <a:cs typeface="Times New Roman"/>
              </a:rPr>
              <a:t>C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16058"/>
            <a:ext cx="4957332" cy="9868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432" y="2191481"/>
            <a:ext cx="10097135" cy="24750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905" algn="just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Develop a Low-Bandwidth communication framework that enables rural patients to access medical consultations despite limited internet connectivity.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5478" y="1219200"/>
            <a:ext cx="76320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algn="just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90" dirty="0"/>
              <a:t> </a:t>
            </a:r>
            <a:r>
              <a:rPr spc="-10" dirty="0"/>
              <a:t>Explanation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8D6E5-DCF6-ADA8-AA7F-80A934E08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2362200"/>
            <a:ext cx="2819400" cy="246906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5A4CA22F-6CFC-2CC8-168A-4262BA73C807}"/>
              </a:ext>
            </a:extLst>
          </p:cNvPr>
          <p:cNvSpPr txBox="1"/>
          <p:nvPr/>
        </p:nvSpPr>
        <p:spPr>
          <a:xfrm>
            <a:off x="915478" y="2133600"/>
            <a:ext cx="6921187" cy="3436838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In rural regions limited internet connectivity restricts access to online medical consultations.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Most telemedicine platforms require stable high-speed internet for effective communication.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Patients experience delays in diagnosis and treatment due to connectivity issues.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To mitigate this challenge we use low-bandwidth communication, data compression and offline synchronization techniques to enable reliable healthcare delivery under constrained network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802F26-AB83-D91F-491D-96300C79B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932" y="1974467"/>
            <a:ext cx="2895600" cy="3220319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7321" y="1371600"/>
            <a:ext cx="76320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0F8CD6B-D445-6069-59EE-2E97103CB395}"/>
              </a:ext>
            </a:extLst>
          </p:cNvPr>
          <p:cNvSpPr txBox="1"/>
          <p:nvPr/>
        </p:nvSpPr>
        <p:spPr>
          <a:xfrm>
            <a:off x="947321" y="2238882"/>
            <a:ext cx="6901279" cy="282128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The framework enables patients to connect with doctors using optimized low-data communication channels.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It compresses medical data such as images, voice notes and text before transmission.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Patient data is stored locally and synchronized automatically when internet becomes available.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A symptom reporting module supports reliable and accessible healthcare delivery for rural populations.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220" y="1447800"/>
            <a:ext cx="76320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Domain</a:t>
            </a:r>
            <a:r>
              <a:rPr spc="-170" dirty="0"/>
              <a:t> </a:t>
            </a:r>
            <a:r>
              <a:rPr lang="en-US" spc="-10" dirty="0"/>
              <a:t>C</a:t>
            </a:r>
            <a:r>
              <a:rPr spc="-10" dirty="0"/>
              <a:t>hosen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8F99DC8B-8FA5-D328-A7C9-13EB9D1E0A71}"/>
              </a:ext>
            </a:extLst>
          </p:cNvPr>
          <p:cNvSpPr txBox="1"/>
          <p:nvPr/>
        </p:nvSpPr>
        <p:spPr>
          <a:xfrm>
            <a:off x="912220" y="2438400"/>
            <a:ext cx="10060580" cy="22955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Low-bandwidth networking enables communication under limited internet conditions.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Data compression reduces the size of medical data for efficient transmission.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Cloud synchronization ensures that stored data is updated when connectivity is restored.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Healthcare informatics enhances digital patient record management and improves consultation efficiency.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704BE2-7980-D2D7-299F-7A7FBF50A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0" y="2424159"/>
            <a:ext cx="2667000" cy="2331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875" y="1401643"/>
            <a:ext cx="76320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lang="en-US" spc="-110" dirty="0"/>
              <a:t> of </a:t>
            </a:r>
            <a:r>
              <a:rPr spc="-10" dirty="0"/>
              <a:t>Solution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4D1E9FCE-6736-E2E5-237D-45A81E16CE6D}"/>
              </a:ext>
            </a:extLst>
          </p:cNvPr>
          <p:cNvSpPr txBox="1"/>
          <p:nvPr/>
        </p:nvSpPr>
        <p:spPr>
          <a:xfrm>
            <a:off x="904875" y="2362200"/>
            <a:ext cx="6905616" cy="282128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Lightweight communication protocols enhance system performance in low connectivity environments. 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Offline synchronization supports continuous data collection during network interruptions.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The framework operates on smartphones and low-cost digital devices.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Current telemedicine advancements make the solution scalable and practical for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76320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Comparing</a:t>
            </a:r>
            <a:r>
              <a:rPr spc="-145" dirty="0"/>
              <a:t> </a:t>
            </a:r>
            <a:r>
              <a:rPr dirty="0"/>
              <a:t>with</a:t>
            </a:r>
            <a:r>
              <a:rPr spc="-145" dirty="0"/>
              <a:t> </a:t>
            </a:r>
            <a:r>
              <a:rPr dirty="0"/>
              <a:t>Existing</a:t>
            </a:r>
            <a:r>
              <a:rPr spc="-145" dirty="0"/>
              <a:t> </a:t>
            </a:r>
            <a:r>
              <a:rPr spc="-10" dirty="0"/>
              <a:t>Solutions</a:t>
            </a:r>
          </a:p>
        </p:txBody>
      </p:sp>
      <p:graphicFrame>
        <p:nvGraphicFramePr>
          <p:cNvPr id="11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216902"/>
              </p:ext>
            </p:extLst>
          </p:nvPr>
        </p:nvGraphicFramePr>
        <p:xfrm>
          <a:off x="990600" y="2514600"/>
          <a:ext cx="10210799" cy="3276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1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9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1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US" sz="2100" b="1" dirty="0">
                          <a:latin typeface="Times New Roman"/>
                          <a:cs typeface="Times New Roman"/>
                        </a:rPr>
                        <a:t>EXISTING SOLUTIONS</a:t>
                      </a:r>
                      <a:endParaRPr sz="21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10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lang="en-US" sz="2100" b="1" dirty="0">
                          <a:latin typeface="Times New Roman"/>
                          <a:cs typeface="Times New Roman"/>
                        </a:rPr>
                        <a:t>PROPOSED SOLUTION</a:t>
                      </a:r>
                      <a:endParaRPr sz="21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0">
                <a:tc>
                  <a:txBody>
                    <a:bodyPr/>
                    <a:lstStyle/>
                    <a:p>
                      <a:pPr marL="466725" marR="647065" indent="-342900" algn="just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 panose="020B0604020202020204" pitchFamily="34" charset="0"/>
                        <a:buChar char="•"/>
                        <a:tabLst>
                          <a:tab pos="371475" algn="l"/>
                        </a:tabLst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Requires stable high-speed internet for video consultations.</a:t>
                      </a:r>
                    </a:p>
                    <a:p>
                      <a:pPr marL="466725" marR="647065" indent="-342900" algn="just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 panose="020B0604020202020204" pitchFamily="34" charset="0"/>
                        <a:buChar char="•"/>
                        <a:tabLst>
                          <a:tab pos="371475" algn="l"/>
                        </a:tabLst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Cannot function effectively in low-bandwidth regions.</a:t>
                      </a:r>
                    </a:p>
                    <a:p>
                      <a:pPr marL="466725" marR="647065" indent="-342900" algn="just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 panose="020B0604020202020204" pitchFamily="34" charset="0"/>
                        <a:buChar char="•"/>
                        <a:tabLst>
                          <a:tab pos="371475" algn="l"/>
                        </a:tabLst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Provides limited offline support for patient data storage.</a:t>
                      </a:r>
                    </a:p>
                    <a:p>
                      <a:pPr marL="466725" marR="647065" indent="-342900" algn="just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 panose="020B0604020202020204" pitchFamily="34" charset="0"/>
                        <a:buChar char="•"/>
                        <a:tabLst>
                          <a:tab pos="371475" algn="l"/>
                        </a:tabLst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Consultations are interrupted during connectivity failures.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66090" marR="320675" indent="-342900" algn="just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 panose="020B0604020202020204" pitchFamily="34" charset="0"/>
                        <a:buChar char="•"/>
                        <a:tabLst>
                          <a:tab pos="370840" algn="l"/>
                        </a:tabLst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Operates effectively in low-bandwidth environments.</a:t>
                      </a:r>
                    </a:p>
                    <a:p>
                      <a:pPr marL="466090" marR="320675" indent="-342900" algn="just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 panose="020B0604020202020204" pitchFamily="34" charset="0"/>
                        <a:buChar char="•"/>
                        <a:tabLst>
                          <a:tab pos="370840" algn="l"/>
                        </a:tabLst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Utilizes compressed text, voice and image transmission.</a:t>
                      </a:r>
                    </a:p>
                    <a:p>
                      <a:pPr marL="466090" marR="320675" indent="-342900" algn="just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 panose="020B0604020202020204" pitchFamily="34" charset="0"/>
                        <a:buChar char="•"/>
                        <a:tabLst>
                          <a:tab pos="370840" algn="l"/>
                        </a:tabLst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Supports offline caching and automatic synchronization.</a:t>
                      </a:r>
                    </a:p>
                    <a:p>
                      <a:pPr marL="466090" marR="320675" indent="-342900" algn="just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 panose="020B0604020202020204" pitchFamily="34" charset="0"/>
                        <a:buChar char="•"/>
                        <a:tabLst>
                          <a:tab pos="370840" algn="l"/>
                        </a:tabLst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Ensures uninterrupted healthcare access in rural regions.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0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7EC7BD-F80A-347B-9014-1038665C6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805" y="2113521"/>
            <a:ext cx="3010195" cy="2630958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875" y="1371600"/>
            <a:ext cx="76320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Applications</a:t>
            </a: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9C24D7DB-6774-71DE-D8AB-428AB7EFDDED}"/>
              </a:ext>
            </a:extLst>
          </p:cNvPr>
          <p:cNvSpPr txBox="1"/>
          <p:nvPr/>
        </p:nvSpPr>
        <p:spPr>
          <a:xfrm>
            <a:off x="904875" y="2286000"/>
            <a:ext cx="6715125" cy="282128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Enables rural healthcare centers to provide remote consultations.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Assists community health workers in offline data collection within village environments.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Supports emergency symptom reporting in weak network zones.</a:t>
            </a:r>
          </a:p>
          <a:p>
            <a:pPr marL="355600" indent="-342900" algn="just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25971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Expands digital healthcare access through government and NGO initiatives.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8665" y="3050540"/>
            <a:ext cx="30746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/>
              <a:t>QUERIES?</a:t>
            </a:r>
            <a:endParaRPr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4655" y="3050540"/>
            <a:ext cx="37426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THANK</a:t>
            </a:r>
            <a:r>
              <a:rPr sz="4800" spc="-204" dirty="0"/>
              <a:t> </a:t>
            </a:r>
            <a:r>
              <a:rPr sz="4800" spc="-25" dirty="0"/>
              <a:t>YOU</a:t>
            </a:r>
            <a:endParaRPr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 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66E06FE-3E2F-47D6-93C1-B0A4B2AF79ED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99554d38-9d98-4023-9693-57844ae8227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</TotalTime>
  <Words>367</Words>
  <Application>Microsoft Office PowerPoint</Application>
  <PresentationFormat>Widescreen</PresentationFormat>
  <Paragraphs>43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AVISHKAR</vt:lpstr>
      <vt:lpstr>Develop a Low-Bandwidth communication framework that enables rural patients to access medical consultations despite limited internet connectivity.</vt:lpstr>
      <vt:lpstr>Problem Explanation</vt:lpstr>
      <vt:lpstr>Solution</vt:lpstr>
      <vt:lpstr>Domain Chosen</vt:lpstr>
      <vt:lpstr>Feasibility of Solution</vt:lpstr>
      <vt:lpstr>Comparing with Existing Solutions</vt:lpstr>
      <vt:lpstr>Applications</vt:lpstr>
      <vt:lpstr>QUERIES?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PPT.pptx</dc:title>
  <dc:creator>Govind Ganesh Yada</dc:creator>
  <cp:lastModifiedBy>sup madzzy</cp:lastModifiedBy>
  <cp:revision>20</cp:revision>
  <dcterms:created xsi:type="dcterms:W3CDTF">2026-04-11T08:43:19Z</dcterms:created>
  <dcterms:modified xsi:type="dcterms:W3CDTF">2026-04-13T05:23:15Z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2026-04-11T00:00:00Z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2026-04-11T00:00:00Z</vt:filetime>
  </property>
</Properties>
</file>